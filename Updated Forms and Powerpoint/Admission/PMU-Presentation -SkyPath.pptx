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66" r:id="rId10"/>
    <p:sldId id="272" r:id="rId11"/>
    <p:sldId id="273" r:id="rId12"/>
    <p:sldId id="276" r:id="rId13"/>
  </p:sldIdLst>
  <p:sldSz cx="13017500" cy="7315200"/>
  <p:notesSz cx="130175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9E665-A397-4F4D-896F-137CC3C56192}" v="23" dt="2026-07-07T10:54:11.53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3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Abdulrahman Al Omar" userId="5add79a5-9b66-48be-a8f2-f1b41cbe62ee" providerId="ADAL" clId="{6974BBD7-7796-46DA-A787-CE7A3C7A5A73}"/>
    <pc:docChg chg="undo custSel addSld delSld modSld">
      <pc:chgData name="Sara Abdulrahman Al Omar" userId="5add79a5-9b66-48be-a8f2-f1b41cbe62ee" providerId="ADAL" clId="{6974BBD7-7796-46DA-A787-CE7A3C7A5A73}" dt="2026-07-07T10:55:17.782" v="237" actId="1076"/>
      <pc:docMkLst>
        <pc:docMk/>
      </pc:docMkLst>
      <pc:sldChg chg="modSp mod">
        <pc:chgData name="Sara Abdulrahman Al Omar" userId="5add79a5-9b66-48be-a8f2-f1b41cbe62ee" providerId="ADAL" clId="{6974BBD7-7796-46DA-A787-CE7A3C7A5A73}" dt="2026-07-07T10:50:27.284" v="96" actId="108"/>
        <pc:sldMkLst>
          <pc:docMk/>
          <pc:sldMk cId="0" sldId="257"/>
        </pc:sldMkLst>
        <pc:spChg chg="mod">
          <ac:chgData name="Sara Abdulrahman Al Omar" userId="5add79a5-9b66-48be-a8f2-f1b41cbe62ee" providerId="ADAL" clId="{6974BBD7-7796-46DA-A787-CE7A3C7A5A73}" dt="2026-07-07T10:49:03.934" v="8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50:01.762" v="94" actId="108"/>
          <ac:spMkLst>
            <pc:docMk/>
            <pc:sldMk cId="0" sldId="257"/>
            <ac:spMk id="23" creationId="{732A5621-4175-5167-71C5-03B628FAA92C}"/>
          </ac:spMkLst>
        </pc:spChg>
        <pc:spChg chg="mod">
          <ac:chgData name="Sara Abdulrahman Al Omar" userId="5add79a5-9b66-48be-a8f2-f1b41cbe62ee" providerId="ADAL" clId="{6974BBD7-7796-46DA-A787-CE7A3C7A5A73}" dt="2026-07-07T10:50:27.284" v="96" actId="108"/>
          <ac:spMkLst>
            <pc:docMk/>
            <pc:sldMk cId="0" sldId="257"/>
            <ac:spMk id="24" creationId="{D570AC8D-7609-91E3-4FD4-15CD6D232949}"/>
          </ac:spMkLst>
        </pc:spChg>
      </pc:sldChg>
      <pc:sldChg chg="delSp modSp add mod">
        <pc:chgData name="Sara Abdulrahman Al Omar" userId="5add79a5-9b66-48be-a8f2-f1b41cbe62ee" providerId="ADAL" clId="{6974BBD7-7796-46DA-A787-CE7A3C7A5A73}" dt="2026-07-07T10:42:22.667" v="61"/>
        <pc:sldMkLst>
          <pc:docMk/>
          <pc:sldMk cId="0" sldId="260"/>
        </pc:sldMkLst>
        <pc:spChg chg="mod">
          <ac:chgData name="Sara Abdulrahman Al Omar" userId="5add79a5-9b66-48be-a8f2-f1b41cbe62ee" providerId="ADAL" clId="{6974BBD7-7796-46DA-A787-CE7A3C7A5A73}" dt="2026-07-07T10:40:09.623" v="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39:26.203" v="35" actId="113"/>
          <ac:spMkLst>
            <pc:docMk/>
            <pc:sldMk cId="0" sldId="260"/>
            <ac:spMk id="10" creationId="{00000000-0000-0000-0000-000000000000}"/>
          </ac:spMkLst>
        </pc:spChg>
        <pc:spChg chg="del">
          <ac:chgData name="Sara Abdulrahman Al Omar" userId="5add79a5-9b66-48be-a8f2-f1b41cbe62ee" providerId="ADAL" clId="{6974BBD7-7796-46DA-A787-CE7A3C7A5A73}" dt="2026-07-07T10:37:42.664" v="15" actId="478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42:22.667" v="6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41:32.288" v="52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41:47.432" v="56" actId="113"/>
          <ac:spMkLst>
            <pc:docMk/>
            <pc:sldMk cId="0" sldId="260"/>
            <ac:spMk id="18" creationId="{00000000-0000-0000-0000-000000000000}"/>
          </ac:spMkLst>
        </pc:spChg>
        <pc:picChg chg="mod">
          <ac:chgData name="Sara Abdulrahman Al Omar" userId="5add79a5-9b66-48be-a8f2-f1b41cbe62ee" providerId="ADAL" clId="{6974BBD7-7796-46DA-A787-CE7A3C7A5A73}" dt="2026-07-07T10:41:07.718" v="45" actId="1076"/>
          <ac:picMkLst>
            <pc:docMk/>
            <pc:sldMk cId="0" sldId="260"/>
            <ac:picMk id="15" creationId="{00000000-0000-0000-0000-000000000000}"/>
          </ac:picMkLst>
        </pc:picChg>
      </pc:sldChg>
      <pc:sldChg chg="modSp mod">
        <pc:chgData name="Sara Abdulrahman Al Omar" userId="5add79a5-9b66-48be-a8f2-f1b41cbe62ee" providerId="ADAL" clId="{6974BBD7-7796-46DA-A787-CE7A3C7A5A73}" dt="2026-07-07T10:31:46.943" v="1" actId="1076"/>
        <pc:sldMkLst>
          <pc:docMk/>
          <pc:sldMk cId="0" sldId="261"/>
        </pc:sldMkLst>
        <pc:spChg chg="mod">
          <ac:chgData name="Sara Abdulrahman Al Omar" userId="5add79a5-9b66-48be-a8f2-f1b41cbe62ee" providerId="ADAL" clId="{6974BBD7-7796-46DA-A787-CE7A3C7A5A73}" dt="2026-07-07T10:31:42.779" v="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31:46.943" v="1" actId="1076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Sara Abdulrahman Al Omar" userId="5add79a5-9b66-48be-a8f2-f1b41cbe62ee" providerId="ADAL" clId="{6974BBD7-7796-46DA-A787-CE7A3C7A5A73}" dt="2026-07-07T10:45:08.916" v="80" actId="1076"/>
        <pc:sldMkLst>
          <pc:docMk/>
          <pc:sldMk cId="0" sldId="262"/>
        </pc:sldMkLst>
        <pc:spChg chg="mod">
          <ac:chgData name="Sara Abdulrahman Al Omar" userId="5add79a5-9b66-48be-a8f2-f1b41cbe62ee" providerId="ADAL" clId="{6974BBD7-7796-46DA-A787-CE7A3C7A5A73}" dt="2026-07-07T10:33:36.933" v="11" actId="122"/>
          <ac:spMkLst>
            <pc:docMk/>
            <pc:sldMk cId="0" sldId="262"/>
            <ac:spMk id="7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44:06.949" v="71" actId="579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45:08.916" v="80" actId="1076"/>
          <ac:spMkLst>
            <pc:docMk/>
            <pc:sldMk cId="0" sldId="262"/>
            <ac:spMk id="14" creationId="{00000000-0000-0000-0000-000000000000}"/>
          </ac:spMkLst>
        </pc:spChg>
      </pc:sldChg>
      <pc:sldChg chg="delSp del mod">
        <pc:chgData name="Sara Abdulrahman Al Omar" userId="5add79a5-9b66-48be-a8f2-f1b41cbe62ee" providerId="ADAL" clId="{6974BBD7-7796-46DA-A787-CE7A3C7A5A73}" dt="2026-07-07T10:50:55.789" v="98" actId="2696"/>
        <pc:sldMkLst>
          <pc:docMk/>
          <pc:sldMk cId="0" sldId="263"/>
        </pc:sldMkLst>
        <pc:picChg chg="del">
          <ac:chgData name="Sara Abdulrahman Al Omar" userId="5add79a5-9b66-48be-a8f2-f1b41cbe62ee" providerId="ADAL" clId="{6974BBD7-7796-46DA-A787-CE7A3C7A5A73}" dt="2026-07-07T10:50:50.332" v="97" actId="478"/>
          <ac:picMkLst>
            <pc:docMk/>
            <pc:sldMk cId="0" sldId="263"/>
            <ac:picMk id="2" creationId="{00000000-0000-0000-0000-000000000000}"/>
          </ac:picMkLst>
        </pc:picChg>
      </pc:sldChg>
      <pc:sldChg chg="del">
        <pc:chgData name="Sara Abdulrahman Al Omar" userId="5add79a5-9b66-48be-a8f2-f1b41cbe62ee" providerId="ADAL" clId="{6974BBD7-7796-46DA-A787-CE7A3C7A5A73}" dt="2026-07-07T10:51:44.096" v="99" actId="2696"/>
        <pc:sldMkLst>
          <pc:docMk/>
          <pc:sldMk cId="0" sldId="264"/>
        </pc:sldMkLst>
      </pc:sldChg>
      <pc:sldChg chg="del">
        <pc:chgData name="Sara Abdulrahman Al Omar" userId="5add79a5-9b66-48be-a8f2-f1b41cbe62ee" providerId="ADAL" clId="{6974BBD7-7796-46DA-A787-CE7A3C7A5A73}" dt="2026-07-07T10:51:57.862" v="100" actId="2696"/>
        <pc:sldMkLst>
          <pc:docMk/>
          <pc:sldMk cId="0" sldId="265"/>
        </pc:sldMkLst>
      </pc:sldChg>
      <pc:sldChg chg="addSp delSp modSp add del mod">
        <pc:chgData name="Sara Abdulrahman Al Omar" userId="5add79a5-9b66-48be-a8f2-f1b41cbe62ee" providerId="ADAL" clId="{6974BBD7-7796-46DA-A787-CE7A3C7A5A73}" dt="2026-07-07T10:55:17.782" v="237" actId="1076"/>
        <pc:sldMkLst>
          <pc:docMk/>
          <pc:sldMk cId="0" sldId="266"/>
        </pc:sldMkLst>
        <pc:spChg chg="del">
          <ac:chgData name="Sara Abdulrahman Al Omar" userId="5add79a5-9b66-48be-a8f2-f1b41cbe62ee" providerId="ADAL" clId="{6974BBD7-7796-46DA-A787-CE7A3C7A5A73}" dt="2026-07-07T10:52:56.659" v="129" actId="478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ara Abdulrahman Al Omar" userId="5add79a5-9b66-48be-a8f2-f1b41cbe62ee" providerId="ADAL" clId="{6974BBD7-7796-46DA-A787-CE7A3C7A5A73}" dt="2026-07-07T10:52:39.119" v="124" actId="122"/>
          <ac:spMkLst>
            <pc:docMk/>
            <pc:sldMk cId="0" sldId="266"/>
            <ac:spMk id="14" creationId="{00000000-0000-0000-0000-000000000000}"/>
          </ac:spMkLst>
        </pc:spChg>
        <pc:spChg chg="add mod">
          <ac:chgData name="Sara Abdulrahman Al Omar" userId="5add79a5-9b66-48be-a8f2-f1b41cbe62ee" providerId="ADAL" clId="{6974BBD7-7796-46DA-A787-CE7A3C7A5A73}" dt="2026-07-07T10:55:17.782" v="237" actId="1076"/>
          <ac:spMkLst>
            <pc:docMk/>
            <pc:sldMk cId="0" sldId="266"/>
            <ac:spMk id="27" creationId="{0635946B-EF1C-2493-2B18-CC7F6C891F95}"/>
          </ac:spMkLst>
        </pc:spChg>
        <pc:grpChg chg="mod">
          <ac:chgData name="Sara Abdulrahman Al Omar" userId="5add79a5-9b66-48be-a8f2-f1b41cbe62ee" providerId="ADAL" clId="{6974BBD7-7796-46DA-A787-CE7A3C7A5A73}" dt="2026-07-07T10:53:33.341" v="146" actId="14100"/>
          <ac:grpSpMkLst>
            <pc:docMk/>
            <pc:sldMk cId="0" sldId="266"/>
            <ac:grpSpMk id="9" creationId="{00000000-0000-0000-0000-000000000000}"/>
          </ac:grpSpMkLst>
        </pc:grpChg>
        <pc:picChg chg="add del mod">
          <ac:chgData name="Sara Abdulrahman Al Omar" userId="5add79a5-9b66-48be-a8f2-f1b41cbe62ee" providerId="ADAL" clId="{6974BBD7-7796-46DA-A787-CE7A3C7A5A73}" dt="2026-07-07T10:53:03.438" v="133" actId="478"/>
          <ac:picMkLst>
            <pc:docMk/>
            <pc:sldMk cId="0" sldId="266"/>
            <ac:picMk id="20" creationId="{B21896F6-46AC-8CCF-EBDE-B483D01BDED1}"/>
          </ac:picMkLst>
        </pc:picChg>
        <pc:picChg chg="add mod">
          <ac:chgData name="Sara Abdulrahman Al Omar" userId="5add79a5-9b66-48be-a8f2-f1b41cbe62ee" providerId="ADAL" clId="{6974BBD7-7796-46DA-A787-CE7A3C7A5A73}" dt="2026-07-07T10:53:41.203" v="148" actId="1076"/>
          <ac:picMkLst>
            <pc:docMk/>
            <pc:sldMk cId="0" sldId="266"/>
            <ac:picMk id="22" creationId="{AF189076-BB6C-7DC1-30D0-EFCD2B7F2ECF}"/>
          </ac:picMkLst>
        </pc:picChg>
        <pc:picChg chg="add del mod">
          <ac:chgData name="Sara Abdulrahman Al Omar" userId="5add79a5-9b66-48be-a8f2-f1b41cbe62ee" providerId="ADAL" clId="{6974BBD7-7796-46DA-A787-CE7A3C7A5A73}" dt="2026-07-07T10:53:16.527" v="139" actId="478"/>
          <ac:picMkLst>
            <pc:docMk/>
            <pc:sldMk cId="0" sldId="266"/>
            <ac:picMk id="24" creationId="{B3D9EBFC-2744-47D8-ACC3-FD9898ACA601}"/>
          </ac:picMkLst>
        </pc:picChg>
        <pc:picChg chg="add mod">
          <ac:chgData name="Sara Abdulrahman Al Omar" userId="5add79a5-9b66-48be-a8f2-f1b41cbe62ee" providerId="ADAL" clId="{6974BBD7-7796-46DA-A787-CE7A3C7A5A73}" dt="2026-07-07T10:53:37.291" v="147" actId="1076"/>
          <ac:picMkLst>
            <pc:docMk/>
            <pc:sldMk cId="0" sldId="266"/>
            <ac:picMk id="26" creationId="{84491ACE-6B60-98E2-2966-BF18BA645253}"/>
          </ac:picMkLst>
        </pc:picChg>
      </pc:sldChg>
      <pc:sldChg chg="del">
        <pc:chgData name="Sara Abdulrahman Al Omar" userId="5add79a5-9b66-48be-a8f2-f1b41cbe62ee" providerId="ADAL" clId="{6974BBD7-7796-46DA-A787-CE7A3C7A5A73}" dt="2026-07-07T10:48:03.691" v="85" actId="2696"/>
        <pc:sldMkLst>
          <pc:docMk/>
          <pc:sldMk cId="0" sldId="267"/>
        </pc:sldMkLst>
      </pc:sldChg>
      <pc:sldChg chg="del">
        <pc:chgData name="Sara Abdulrahman Al Omar" userId="5add79a5-9b66-48be-a8f2-f1b41cbe62ee" providerId="ADAL" clId="{6974BBD7-7796-46DA-A787-CE7A3C7A5A73}" dt="2026-07-07T10:47:51.532" v="82" actId="2696"/>
        <pc:sldMkLst>
          <pc:docMk/>
          <pc:sldMk cId="0" sldId="268"/>
        </pc:sldMkLst>
      </pc:sldChg>
      <pc:sldChg chg="del">
        <pc:chgData name="Sara Abdulrahman Al Omar" userId="5add79a5-9b66-48be-a8f2-f1b41cbe62ee" providerId="ADAL" clId="{6974BBD7-7796-46DA-A787-CE7A3C7A5A73}" dt="2026-07-07T10:47:48.930" v="81" actId="2696"/>
        <pc:sldMkLst>
          <pc:docMk/>
          <pc:sldMk cId="0" sldId="269"/>
        </pc:sldMkLst>
      </pc:sldChg>
      <pc:sldChg chg="del">
        <pc:chgData name="Sara Abdulrahman Al Omar" userId="5add79a5-9b66-48be-a8f2-f1b41cbe62ee" providerId="ADAL" clId="{6974BBD7-7796-46DA-A787-CE7A3C7A5A73}" dt="2026-07-07T10:47:54.035" v="83" actId="2696"/>
        <pc:sldMkLst>
          <pc:docMk/>
          <pc:sldMk cId="0" sldId="270"/>
        </pc:sldMkLst>
      </pc:sldChg>
      <pc:sldChg chg="del">
        <pc:chgData name="Sara Abdulrahman Al Omar" userId="5add79a5-9b66-48be-a8f2-f1b41cbe62ee" providerId="ADAL" clId="{6974BBD7-7796-46DA-A787-CE7A3C7A5A73}" dt="2026-07-07T10:47:58.325" v="84" actId="2696"/>
        <pc:sldMkLst>
          <pc:docMk/>
          <pc:sldMk cId="0" sldId="271"/>
        </pc:sldMkLst>
      </pc:sldChg>
      <pc:sldChg chg="del">
        <pc:chgData name="Sara Abdulrahman Al Omar" userId="5add79a5-9b66-48be-a8f2-f1b41cbe62ee" providerId="ADAL" clId="{6974BBD7-7796-46DA-A787-CE7A3C7A5A73}" dt="2026-07-07T10:48:09.476" v="86" actId="2696"/>
        <pc:sldMkLst>
          <pc:docMk/>
          <pc:sldMk cId="0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36534" y="1096137"/>
            <a:ext cx="4921884" cy="681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2625" y="4096512"/>
            <a:ext cx="911225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 dirty="0"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0431" y="266700"/>
            <a:ext cx="208788" cy="20574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 dirty="0"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875" y="1682496"/>
            <a:ext cx="566261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04012" y="1682496"/>
            <a:ext cx="566261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 dirty="0"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 dirty="0"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 dirty="0"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5086" y="304800"/>
            <a:ext cx="13019196" cy="680720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9380" tIns="44690" rIns="89380" bIns="4469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396" y="1950720"/>
            <a:ext cx="10416712" cy="3251201"/>
          </a:xfrm>
        </p:spPr>
        <p:txBody>
          <a:bodyPr>
            <a:normAutofit/>
          </a:bodyPr>
          <a:lstStyle>
            <a:lvl1pPr>
              <a:defRPr sz="434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0395" y="5364481"/>
            <a:ext cx="8382199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939">
                <a:solidFill>
                  <a:schemeClr val="tx1"/>
                </a:solidFill>
              </a:defRPr>
            </a:lvl1pPr>
            <a:lvl2pPr marL="446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937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40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87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34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81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28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75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756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72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0397" y="3657601"/>
            <a:ext cx="10416712" cy="2519679"/>
          </a:xfrm>
        </p:spPr>
        <p:txBody>
          <a:bodyPr anchor="b">
            <a:normAutofit/>
          </a:bodyPr>
          <a:lstStyle>
            <a:lvl1pPr algn="l">
              <a:defRPr sz="434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629" y="731522"/>
            <a:ext cx="8386965" cy="12191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939">
                <a:solidFill>
                  <a:schemeClr val="tx1"/>
                </a:solidFill>
              </a:defRPr>
            </a:lvl1pPr>
            <a:lvl2pPr marL="446876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93751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340628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4pPr>
            <a:lvl5pPr marL="1787504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5pPr>
            <a:lvl6pPr marL="223438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6pPr>
            <a:lvl7pPr marL="2681255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7pPr>
            <a:lvl8pPr marL="3128131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8pPr>
            <a:lvl9pPr marL="3575008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35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7126" y="1950720"/>
            <a:ext cx="5028864" cy="4632960"/>
          </a:xfrm>
        </p:spPr>
        <p:txBody>
          <a:bodyPr>
            <a:normAutofit/>
          </a:bodyPr>
          <a:lstStyle>
            <a:lvl1pPr>
              <a:defRPr sz="2309"/>
            </a:lvl1pPr>
            <a:lvl2pPr>
              <a:defRPr sz="1939"/>
            </a:lvl2pPr>
            <a:lvl3pPr>
              <a:defRPr sz="1754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 baseline="0"/>
            </a:lvl7pPr>
            <a:lvl8pPr>
              <a:defRPr sz="1570" baseline="0"/>
            </a:lvl8pPr>
            <a:lvl9pPr>
              <a:defRPr sz="157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8243" y="1950720"/>
            <a:ext cx="5028864" cy="4632960"/>
          </a:xfrm>
        </p:spPr>
        <p:txBody>
          <a:bodyPr>
            <a:normAutofit/>
          </a:bodyPr>
          <a:lstStyle>
            <a:lvl1pPr>
              <a:defRPr sz="2309"/>
            </a:lvl1pPr>
            <a:lvl2pPr>
              <a:defRPr sz="1939"/>
            </a:lvl2pPr>
            <a:lvl3pPr>
              <a:defRPr sz="1754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/>
            </a:lvl7pPr>
            <a:lvl8pPr>
              <a:defRPr sz="1570"/>
            </a:lvl8pPr>
            <a:lvl9pPr>
              <a:defRPr sz="15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025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0395" y="1950720"/>
            <a:ext cx="5029319" cy="89408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09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46876" indent="0">
              <a:buNone/>
              <a:defRPr sz="1939" b="1"/>
            </a:lvl2pPr>
            <a:lvl3pPr marL="893751" indent="0">
              <a:buNone/>
              <a:defRPr sz="1754" b="1"/>
            </a:lvl3pPr>
            <a:lvl4pPr marL="1340628" indent="0">
              <a:buNone/>
              <a:defRPr sz="1570" b="1"/>
            </a:lvl4pPr>
            <a:lvl5pPr marL="1787504" indent="0">
              <a:buNone/>
              <a:defRPr sz="1570" b="1"/>
            </a:lvl5pPr>
            <a:lvl6pPr marL="2234380" indent="0">
              <a:buNone/>
              <a:defRPr sz="1570" b="1"/>
            </a:lvl6pPr>
            <a:lvl7pPr marL="2681255" indent="0">
              <a:buNone/>
              <a:defRPr sz="1570" b="1"/>
            </a:lvl7pPr>
            <a:lvl8pPr marL="3128131" indent="0">
              <a:buNone/>
              <a:defRPr sz="1570" b="1"/>
            </a:lvl8pPr>
            <a:lvl9pPr marL="3575008" indent="0">
              <a:buNone/>
              <a:defRPr sz="15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0395" y="2926081"/>
            <a:ext cx="5029319" cy="3657599"/>
          </a:xfrm>
        </p:spPr>
        <p:txBody>
          <a:bodyPr>
            <a:normAutofit/>
          </a:bodyPr>
          <a:lstStyle>
            <a:lvl1pPr>
              <a:defRPr sz="1939"/>
            </a:lvl1pPr>
            <a:lvl2pPr>
              <a:defRPr sz="1754"/>
            </a:lvl2pPr>
            <a:lvl3pPr>
              <a:defRPr sz="1570"/>
            </a:lvl3pPr>
            <a:lvl4pPr>
              <a:defRPr sz="1385"/>
            </a:lvl4pPr>
            <a:lvl5pPr>
              <a:defRPr sz="1385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7789" y="1950720"/>
            <a:ext cx="5029319" cy="89408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09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46876" indent="0">
              <a:buNone/>
              <a:defRPr sz="1939" b="1"/>
            </a:lvl2pPr>
            <a:lvl3pPr marL="893751" indent="0">
              <a:buNone/>
              <a:defRPr sz="1754" b="1"/>
            </a:lvl3pPr>
            <a:lvl4pPr marL="1340628" indent="0">
              <a:buNone/>
              <a:defRPr sz="1570" b="1"/>
            </a:lvl4pPr>
            <a:lvl5pPr marL="1787504" indent="0">
              <a:buNone/>
              <a:defRPr sz="1570" b="1"/>
            </a:lvl5pPr>
            <a:lvl6pPr marL="2234380" indent="0">
              <a:buNone/>
              <a:defRPr sz="1570" b="1"/>
            </a:lvl6pPr>
            <a:lvl7pPr marL="2681255" indent="0">
              <a:buNone/>
              <a:defRPr sz="1570" b="1"/>
            </a:lvl7pPr>
            <a:lvl8pPr marL="3128131" indent="0">
              <a:buNone/>
              <a:defRPr sz="1570" b="1"/>
            </a:lvl8pPr>
            <a:lvl9pPr marL="3575008" indent="0">
              <a:buNone/>
              <a:defRPr sz="15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7789" y="2926081"/>
            <a:ext cx="5029319" cy="3657599"/>
          </a:xfrm>
        </p:spPr>
        <p:txBody>
          <a:bodyPr>
            <a:normAutofit/>
          </a:bodyPr>
          <a:lstStyle>
            <a:lvl1pPr>
              <a:defRPr sz="1939"/>
            </a:lvl1pPr>
            <a:lvl2pPr>
              <a:defRPr sz="1754"/>
            </a:lvl2pPr>
            <a:lvl3pPr>
              <a:defRPr sz="1570"/>
            </a:lvl3pPr>
            <a:lvl4pPr>
              <a:defRPr sz="1385"/>
            </a:lvl4pPr>
            <a:lvl5pPr>
              <a:defRPr sz="1385"/>
            </a:lvl5pPr>
            <a:lvl6pPr>
              <a:defRPr sz="1385"/>
            </a:lvl6pPr>
            <a:lvl7pPr>
              <a:defRPr sz="1385"/>
            </a:lvl7pPr>
            <a:lvl8pPr>
              <a:defRPr sz="1385" baseline="0"/>
            </a:lvl8pPr>
            <a:lvl9pPr>
              <a:defRPr sz="1385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989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149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097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532184" cy="7315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380" tIns="44690" rIns="89380" bIns="44690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731" y="731520"/>
            <a:ext cx="4150409" cy="4307840"/>
          </a:xfrm>
        </p:spPr>
        <p:txBody>
          <a:bodyPr anchor="b">
            <a:noAutofit/>
          </a:bodyPr>
          <a:lstStyle>
            <a:lvl1pPr algn="l">
              <a:defRPr sz="3878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4610" y="731520"/>
            <a:ext cx="6022162" cy="5852160"/>
          </a:xfrm>
        </p:spPr>
        <p:txBody>
          <a:bodyPr>
            <a:normAutofit/>
          </a:bodyPr>
          <a:lstStyle>
            <a:lvl1pPr>
              <a:defRPr sz="2309"/>
            </a:lvl1pPr>
            <a:lvl2pPr>
              <a:defRPr sz="1939"/>
            </a:lvl2pPr>
            <a:lvl3pPr>
              <a:defRPr sz="1754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/>
            </a:lvl7pPr>
            <a:lvl8pPr>
              <a:defRPr sz="1570"/>
            </a:lvl8pPr>
            <a:lvl9pPr>
              <a:defRPr sz="15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0731" y="5201921"/>
            <a:ext cx="4150409" cy="13817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754"/>
            </a:lvl1pPr>
            <a:lvl2pPr marL="446876" indent="0">
              <a:buNone/>
              <a:defRPr sz="1200"/>
            </a:lvl2pPr>
            <a:lvl3pPr marL="893751" indent="0">
              <a:buNone/>
              <a:defRPr sz="1016"/>
            </a:lvl3pPr>
            <a:lvl4pPr marL="1340628" indent="0">
              <a:buNone/>
              <a:defRPr sz="923"/>
            </a:lvl4pPr>
            <a:lvl5pPr marL="1787504" indent="0">
              <a:buNone/>
              <a:defRPr sz="923"/>
            </a:lvl5pPr>
            <a:lvl6pPr marL="2234380" indent="0">
              <a:buNone/>
              <a:defRPr sz="923"/>
            </a:lvl6pPr>
            <a:lvl7pPr marL="2681255" indent="0">
              <a:buNone/>
              <a:defRPr sz="923"/>
            </a:lvl7pPr>
            <a:lvl8pPr marL="3128131" indent="0">
              <a:buNone/>
              <a:defRPr sz="923"/>
            </a:lvl8pPr>
            <a:lvl9pPr marL="3575008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20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532184" cy="7315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380" tIns="44690" rIns="89380" bIns="44690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731" y="731520"/>
            <a:ext cx="4150409" cy="4307840"/>
          </a:xfrm>
        </p:spPr>
        <p:txBody>
          <a:bodyPr anchor="b">
            <a:noAutofit/>
          </a:bodyPr>
          <a:lstStyle>
            <a:lvl1pPr algn="l">
              <a:defRPr sz="3878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64608" y="731520"/>
            <a:ext cx="6022162" cy="585216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67892">
            <a:normAutofit/>
          </a:bodyPr>
          <a:lstStyle>
            <a:lvl1pPr marL="0" indent="0" algn="ctr">
              <a:buNone/>
              <a:defRPr sz="2309"/>
            </a:lvl1pPr>
            <a:lvl2pPr marL="446876" indent="0">
              <a:buNone/>
              <a:defRPr sz="2770"/>
            </a:lvl2pPr>
            <a:lvl3pPr marL="893751" indent="0">
              <a:buNone/>
              <a:defRPr sz="2309"/>
            </a:lvl3pPr>
            <a:lvl4pPr marL="1340628" indent="0">
              <a:buNone/>
              <a:defRPr sz="1939"/>
            </a:lvl4pPr>
            <a:lvl5pPr marL="1787504" indent="0">
              <a:buNone/>
              <a:defRPr sz="1939"/>
            </a:lvl5pPr>
            <a:lvl6pPr marL="2234380" indent="0">
              <a:buNone/>
              <a:defRPr sz="1939"/>
            </a:lvl6pPr>
            <a:lvl7pPr marL="2681255" indent="0">
              <a:buNone/>
              <a:defRPr sz="1939"/>
            </a:lvl7pPr>
            <a:lvl8pPr marL="3128131" indent="0">
              <a:buNone/>
              <a:defRPr sz="1939"/>
            </a:lvl8pPr>
            <a:lvl9pPr marL="3575008" indent="0">
              <a:buNone/>
              <a:defRPr sz="1939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0731" y="5201921"/>
            <a:ext cx="4150409" cy="13817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754"/>
            </a:lvl1pPr>
            <a:lvl2pPr marL="446876" indent="0">
              <a:buNone/>
              <a:defRPr sz="1200"/>
            </a:lvl2pPr>
            <a:lvl3pPr marL="893751" indent="0">
              <a:buNone/>
              <a:defRPr sz="1016"/>
            </a:lvl3pPr>
            <a:lvl4pPr marL="1340628" indent="0">
              <a:buNone/>
              <a:defRPr sz="923"/>
            </a:lvl4pPr>
            <a:lvl5pPr marL="1787504" indent="0">
              <a:buNone/>
              <a:defRPr sz="923"/>
            </a:lvl5pPr>
            <a:lvl6pPr marL="2234380" indent="0">
              <a:buNone/>
              <a:defRPr sz="923"/>
            </a:lvl6pPr>
            <a:lvl7pPr marL="2681255" indent="0">
              <a:buNone/>
              <a:defRPr sz="923"/>
            </a:lvl7pPr>
            <a:lvl8pPr marL="3128131" indent="0">
              <a:buNone/>
              <a:defRPr sz="923"/>
            </a:lvl8pPr>
            <a:lvl9pPr marL="3575008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474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78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7688" y="731520"/>
            <a:ext cx="2279419" cy="58521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0394" y="731520"/>
            <a:ext cx="7920335" cy="585216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386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153" y="333578"/>
            <a:ext cx="6733540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66513" y="2944494"/>
            <a:ext cx="5887720" cy="1894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5950" y="6803136"/>
            <a:ext cx="416560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875" y="6803136"/>
            <a:ext cx="2994025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16588" y="7028564"/>
            <a:ext cx="699134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 dirty="0"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0397" y="292947"/>
            <a:ext cx="10416712" cy="1413933"/>
          </a:xfrm>
          <a:prstGeom prst="rect">
            <a:avLst/>
          </a:prstGeom>
        </p:spPr>
        <p:txBody>
          <a:bodyPr vert="horz" lIns="96789" tIns="48395" rIns="96789" bIns="48395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0397" y="1950720"/>
            <a:ext cx="10416712" cy="4632960"/>
          </a:xfrm>
          <a:prstGeom prst="rect">
            <a:avLst/>
          </a:prstGeom>
        </p:spPr>
        <p:txBody>
          <a:bodyPr vert="horz" lIns="96789" tIns="48395" rIns="96789" bIns="4839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06025" y="6878322"/>
            <a:ext cx="1491186" cy="193039"/>
          </a:xfrm>
          <a:prstGeom prst="rect">
            <a:avLst/>
          </a:prstGeom>
        </p:spPr>
        <p:txBody>
          <a:bodyPr vert="horz" lIns="96789" tIns="48395" rIns="96789" bIns="48395" rtlCol="0" anchor="ctr"/>
          <a:lstStyle>
            <a:lvl1pPr algn="r">
              <a:defRPr sz="1016">
                <a:solidFill>
                  <a:schemeClr val="tx1"/>
                </a:solidFill>
              </a:defRPr>
            </a:lvl1pPr>
          </a:lstStyle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1021" y="6878322"/>
            <a:ext cx="7089482" cy="193039"/>
          </a:xfrm>
          <a:prstGeom prst="rect">
            <a:avLst/>
          </a:prstGeom>
        </p:spPr>
        <p:txBody>
          <a:bodyPr vert="horz" lIns="96789" tIns="48395" rIns="96789" bIns="48395" rtlCol="0" anchor="ctr"/>
          <a:lstStyle>
            <a:lvl1pPr algn="l">
              <a:defRPr sz="1016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96397" y="6878322"/>
            <a:ext cx="1220710" cy="193039"/>
          </a:xfrm>
          <a:prstGeom prst="rect">
            <a:avLst/>
          </a:prstGeom>
        </p:spPr>
        <p:txBody>
          <a:bodyPr vert="horz" lIns="96789" tIns="48395" rIns="96789" bIns="48395" rtlCol="0" anchor="ctr"/>
          <a:lstStyle>
            <a:lvl1pPr algn="r">
              <a:defRPr sz="1016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83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893751" rtl="0" eaLnBrk="1" latinLnBrk="0" hangingPunct="1">
        <a:lnSpc>
          <a:spcPct val="90000"/>
        </a:lnSpc>
        <a:spcBef>
          <a:spcPct val="0"/>
        </a:spcBef>
        <a:buNone/>
        <a:defRPr sz="3878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68126" indent="-223438" algn="l" defTabSz="893751" rtl="0" eaLnBrk="1" latinLnBrk="0" hangingPunct="1">
        <a:lnSpc>
          <a:spcPct val="90000"/>
        </a:lnSpc>
        <a:spcBef>
          <a:spcPts val="1759"/>
        </a:spcBef>
        <a:buClr>
          <a:schemeClr val="tx1"/>
        </a:buClr>
        <a:buSzPct val="80000"/>
        <a:buFont typeface="Arial" pitchFamily="34" charset="0"/>
        <a:buChar char="•"/>
        <a:defRPr sz="2309" kern="1200">
          <a:solidFill>
            <a:schemeClr val="tx1"/>
          </a:solidFill>
          <a:latin typeface="+mn-lt"/>
          <a:ea typeface="+mn-ea"/>
          <a:cs typeface="+mn-cs"/>
        </a:defRPr>
      </a:lvl1pPr>
      <a:lvl2pPr marL="491564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15002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938439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161877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385315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1608753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1832191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2055630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6876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3751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40628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7504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34380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81255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28131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75008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12" Type="http://schemas.openxmlformats.org/officeDocument/2006/relationships/image" Target="../media/image37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6.jpg"/><Relationship Id="rId5" Type="http://schemas.openxmlformats.org/officeDocument/2006/relationships/image" Target="../media/image32.pn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43704"/>
            <a:ext cx="5504693" cy="37714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0700" y="2801543"/>
            <a:ext cx="8315325" cy="151900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4200" b="0" spc="-150" dirty="0">
                <a:latin typeface="Cambria"/>
                <a:cs typeface="Cambria"/>
              </a:rPr>
              <a:t>Prince</a:t>
            </a:r>
            <a:r>
              <a:rPr sz="4200" b="0" spc="-85" dirty="0">
                <a:latin typeface="Cambria"/>
                <a:cs typeface="Cambria"/>
              </a:rPr>
              <a:t> </a:t>
            </a:r>
            <a:r>
              <a:rPr sz="4200" b="0" spc="-210" dirty="0">
                <a:latin typeface="Cambria"/>
                <a:cs typeface="Cambria"/>
              </a:rPr>
              <a:t>Mohammad</a:t>
            </a:r>
            <a:r>
              <a:rPr sz="4200" b="0" spc="-20" dirty="0">
                <a:latin typeface="Cambria"/>
                <a:cs typeface="Cambria"/>
              </a:rPr>
              <a:t> </a:t>
            </a:r>
            <a:r>
              <a:rPr sz="4200" b="0" spc="-75" dirty="0">
                <a:latin typeface="Cambria"/>
                <a:cs typeface="Cambria"/>
              </a:rPr>
              <a:t>Bin</a:t>
            </a:r>
            <a:r>
              <a:rPr sz="4200" b="0" spc="-90" dirty="0">
                <a:latin typeface="Cambria"/>
                <a:cs typeface="Cambria"/>
              </a:rPr>
              <a:t> </a:t>
            </a:r>
            <a:r>
              <a:rPr sz="4200" b="0" spc="-185" dirty="0">
                <a:latin typeface="Cambria"/>
                <a:cs typeface="Cambria"/>
              </a:rPr>
              <a:t>Fahd</a:t>
            </a:r>
            <a:r>
              <a:rPr sz="4200" b="0" spc="-45" dirty="0">
                <a:latin typeface="Cambria"/>
                <a:cs typeface="Cambria"/>
              </a:rPr>
              <a:t> </a:t>
            </a:r>
            <a:r>
              <a:rPr sz="4200" b="0" spc="-125" dirty="0">
                <a:latin typeface="Cambria"/>
                <a:cs typeface="Cambria"/>
              </a:rPr>
              <a:t>University</a:t>
            </a:r>
            <a:endParaRPr sz="4200" dirty="0">
              <a:latin typeface="Cambria"/>
              <a:cs typeface="Cambria"/>
            </a:endParaRPr>
          </a:p>
          <a:p>
            <a:pPr marL="94615">
              <a:lnSpc>
                <a:spcPct val="100000"/>
              </a:lnSpc>
              <a:spcBef>
                <a:spcPts val="755"/>
              </a:spcBef>
            </a:pPr>
            <a:r>
              <a:rPr lang="en-US" sz="4000" dirty="0" err="1">
                <a:solidFill>
                  <a:schemeClr val="bg1"/>
                </a:solidFill>
              </a:rPr>
              <a:t>SkyPath</a:t>
            </a:r>
            <a:r>
              <a:rPr lang="en-US" sz="4000" dirty="0">
                <a:solidFill>
                  <a:schemeClr val="bg1"/>
                </a:solidFill>
              </a:rPr>
              <a:t> Program</a:t>
            </a:r>
            <a:endParaRPr sz="4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304" y="0"/>
            <a:ext cx="9448" cy="73151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26011" y="3563111"/>
            <a:ext cx="393192" cy="388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51107" y="438912"/>
            <a:ext cx="1155192" cy="1155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3290" y="3062134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9669" y="0"/>
            <a:ext cx="19050" cy="26862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5008" y="4400908"/>
            <a:ext cx="19050" cy="29142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6304" y="2348177"/>
            <a:ext cx="5887720" cy="13356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60040">
              <a:lnSpc>
                <a:spcPct val="100200"/>
              </a:lnSpc>
              <a:spcBef>
                <a:spcPts val="95"/>
              </a:spcBef>
            </a:pPr>
            <a:r>
              <a:rPr sz="4300" b="1" spc="-10" dirty="0">
                <a:solidFill>
                  <a:srgbClr val="042745"/>
                </a:solidFill>
                <a:latin typeface="Arial"/>
                <a:cs typeface="Arial"/>
              </a:rPr>
              <a:t>TABLE</a:t>
            </a:r>
            <a:r>
              <a:rPr sz="4300" b="1" spc="-270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4300" b="1" spc="-25" dirty="0">
                <a:solidFill>
                  <a:srgbClr val="042745"/>
                </a:solidFill>
                <a:latin typeface="Arial"/>
                <a:cs typeface="Arial"/>
              </a:rPr>
              <a:t>OF </a:t>
            </a:r>
            <a:r>
              <a:rPr sz="4300" b="1" spc="-10" dirty="0">
                <a:solidFill>
                  <a:srgbClr val="042745"/>
                </a:solidFill>
                <a:latin typeface="Arial"/>
                <a:cs typeface="Arial"/>
              </a:rPr>
              <a:t>CONTENTS</a:t>
            </a:r>
            <a:endParaRPr sz="4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02396" y="525845"/>
            <a:ext cx="19431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ar-SA" sz="3200" dirty="0"/>
              <a:t>01 </a:t>
            </a:r>
            <a:r>
              <a:rPr lang="en-US" sz="3200" dirty="0"/>
              <a:t>Program Overview</a:t>
            </a:r>
            <a:endParaRPr sz="6750" baseline="-3703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2396" y="2389954"/>
            <a:ext cx="2294924" cy="133241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ts val="3360"/>
              </a:lnSpc>
              <a:spcBef>
                <a:spcPts val="90"/>
              </a:spcBef>
            </a:pPr>
            <a:r>
              <a:rPr lang="en-US" sz="2950" b="1" spc="-45" dirty="0">
                <a:solidFill>
                  <a:srgbClr val="042745"/>
                </a:solidFill>
                <a:latin typeface="Arial"/>
                <a:cs typeface="Arial"/>
              </a:rPr>
              <a:t>02 </a:t>
            </a:r>
          </a:p>
          <a:p>
            <a:pPr marL="41275">
              <a:lnSpc>
                <a:spcPts val="3360"/>
              </a:lnSpc>
              <a:spcBef>
                <a:spcPts val="90"/>
              </a:spcBef>
            </a:pPr>
            <a:r>
              <a:rPr lang="en-US" sz="3200" b="1" dirty="0">
                <a:solidFill>
                  <a:srgbClr val="042745"/>
                </a:solidFill>
                <a:latin typeface="Arial"/>
                <a:ea typeface="+mj-ea"/>
                <a:cs typeface="Arial"/>
              </a:rPr>
              <a:t>Program Objectives</a:t>
            </a:r>
            <a:endParaRPr sz="3200" b="1" dirty="0">
              <a:solidFill>
                <a:srgbClr val="042745"/>
              </a:solidFill>
              <a:latin typeface="Arial"/>
              <a:ea typeface="+mj-ea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1-</a:t>
            </a:r>
            <a:r>
              <a:rPr spc="-25" dirty="0"/>
              <a:t>15</a:t>
            </a:r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732A5621-4175-5167-71C5-03B628FAA92C}"/>
              </a:ext>
            </a:extLst>
          </p:cNvPr>
          <p:cNvSpPr txBox="1"/>
          <p:nvPr/>
        </p:nvSpPr>
        <p:spPr>
          <a:xfrm>
            <a:off x="9038151" y="3216657"/>
            <a:ext cx="2294924" cy="133241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ts val="3360"/>
              </a:lnSpc>
              <a:spcBef>
                <a:spcPts val="90"/>
              </a:spcBef>
            </a:pPr>
            <a:r>
              <a:rPr lang="en-US" sz="2950" b="1" spc="-45" dirty="0">
                <a:solidFill>
                  <a:srgbClr val="042745"/>
                </a:solidFill>
                <a:latin typeface="Arial"/>
                <a:cs typeface="Arial"/>
              </a:rPr>
              <a:t>03 </a:t>
            </a:r>
          </a:p>
          <a:p>
            <a:pPr marL="41275">
              <a:lnSpc>
                <a:spcPts val="3360"/>
              </a:lnSpc>
              <a:spcBef>
                <a:spcPts val="90"/>
              </a:spcBef>
            </a:pPr>
            <a:r>
              <a:rPr lang="en-US" sz="3200" b="1" dirty="0">
                <a:solidFill>
                  <a:srgbClr val="042745"/>
                </a:solidFill>
                <a:latin typeface="Arial"/>
                <a:ea typeface="+mj-ea"/>
                <a:cs typeface="Arial"/>
              </a:rPr>
              <a:t>Program Benefits</a:t>
            </a:r>
            <a:endParaRPr sz="3200" b="1" dirty="0">
              <a:solidFill>
                <a:srgbClr val="042745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D570AC8D-7609-91E3-4FD4-15CD6D232949}"/>
              </a:ext>
            </a:extLst>
          </p:cNvPr>
          <p:cNvSpPr txBox="1"/>
          <p:nvPr/>
        </p:nvSpPr>
        <p:spPr>
          <a:xfrm>
            <a:off x="9038151" y="4800600"/>
            <a:ext cx="2294924" cy="133241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ts val="3360"/>
              </a:lnSpc>
              <a:spcBef>
                <a:spcPts val="90"/>
              </a:spcBef>
            </a:pPr>
            <a:r>
              <a:rPr lang="en-US" sz="2950" b="1" spc="-45" dirty="0">
                <a:solidFill>
                  <a:srgbClr val="042745"/>
                </a:solidFill>
                <a:latin typeface="Arial"/>
                <a:cs typeface="Arial"/>
              </a:rPr>
              <a:t>04 </a:t>
            </a:r>
          </a:p>
          <a:p>
            <a:pPr marL="41275">
              <a:lnSpc>
                <a:spcPts val="3360"/>
              </a:lnSpc>
              <a:spcBef>
                <a:spcPts val="90"/>
              </a:spcBef>
            </a:pPr>
            <a:r>
              <a:rPr lang="en-US" sz="3200" b="1" dirty="0">
                <a:solidFill>
                  <a:srgbClr val="042745"/>
                </a:solidFill>
                <a:latin typeface="Arial"/>
                <a:ea typeface="+mj-ea"/>
                <a:cs typeface="Arial"/>
              </a:rPr>
              <a:t>Program Features</a:t>
            </a:r>
            <a:endParaRPr sz="3200" b="1" dirty="0">
              <a:solidFill>
                <a:srgbClr val="042745"/>
              </a:solidFill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7169" y="6600443"/>
            <a:ext cx="1412049" cy="7147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6311" y="2409748"/>
            <a:ext cx="6705599" cy="94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290" y="3062134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4286" y="2819400"/>
            <a:ext cx="3868928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Program Overview</a:t>
            </a:r>
            <a:endParaRPr spc="-25" dirty="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8564" y="6790943"/>
            <a:ext cx="2382012" cy="5242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4788" y="68580"/>
            <a:ext cx="9448" cy="724661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2-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7169" y="6600443"/>
            <a:ext cx="1412049" cy="7147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8968" y="3866997"/>
            <a:ext cx="3742943" cy="97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290" y="3062134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64153" y="333578"/>
            <a:ext cx="6733540" cy="1424031"/>
          </a:xfrm>
          <a:prstGeom prst="rect">
            <a:avLst/>
          </a:prstGeom>
        </p:spPr>
        <p:txBody>
          <a:bodyPr vert="horz" wrap="square" lIns="0" tIns="99619" rIns="0" bIns="0" rtlCol="0">
            <a:spAutoFit/>
          </a:bodyPr>
          <a:lstStyle/>
          <a:p>
            <a:pPr marL="1614805" algn="ctr">
              <a:lnSpc>
                <a:spcPct val="100000"/>
              </a:lnSpc>
              <a:spcBef>
                <a:spcPts val="105"/>
              </a:spcBef>
            </a:pPr>
            <a:r>
              <a:rPr lang="en-US" spc="-10" dirty="0" err="1"/>
              <a:t>SkyPath</a:t>
            </a:r>
            <a:r>
              <a:rPr lang="en-US" spc="-10" dirty="0"/>
              <a:t>  Program </a:t>
            </a:r>
            <a:r>
              <a:rPr lang="en-US" sz="4000" dirty="0"/>
              <a:t>Overview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8564" y="6790943"/>
            <a:ext cx="2382012" cy="5242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4788" y="68580"/>
            <a:ext cx="9448" cy="724661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13750" y="2383231"/>
            <a:ext cx="4598160" cy="457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13135" y="5276697"/>
            <a:ext cx="2398775" cy="9753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3-</a:t>
            </a:r>
            <a:r>
              <a:rPr spc="-25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2BB9A-76AA-92A5-A414-F55131B00FFC}"/>
              </a:ext>
            </a:extLst>
          </p:cNvPr>
          <p:cNvSpPr txBox="1"/>
          <p:nvPr/>
        </p:nvSpPr>
        <p:spPr>
          <a:xfrm>
            <a:off x="1403350" y="2861087"/>
            <a:ext cx="68391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SkyPath</a:t>
            </a:r>
            <a:r>
              <a:rPr lang="en-US" b="1" dirty="0"/>
              <a:t> Program</a:t>
            </a:r>
            <a:r>
              <a:rPr lang="en-US" dirty="0"/>
              <a:t> is a PMU initiative designed to bridge the gap between high school and university life.</a:t>
            </a:r>
          </a:p>
          <a:p>
            <a:endParaRPr lang="en-US" dirty="0"/>
          </a:p>
          <a:p>
            <a:r>
              <a:rPr lang="en-US" dirty="0"/>
              <a:t>Students experience university-level courses, explore different academic fields, and spend a full day on campus. This early exposure helps them develop confidence, academic skills, and make informed decisions about their future majors.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13290" y="3062134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5724" y="303234"/>
            <a:ext cx="7766052" cy="141449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024255" algn="ctr">
              <a:lnSpc>
                <a:spcPct val="100000"/>
              </a:lnSpc>
              <a:spcBef>
                <a:spcPts val="110"/>
              </a:spcBef>
            </a:pPr>
            <a:r>
              <a:rPr lang="en-US" spc="-10" dirty="0" err="1"/>
              <a:t>SkyPath</a:t>
            </a:r>
            <a:r>
              <a:rPr lang="en-US" spc="-10" dirty="0"/>
              <a:t> Program </a:t>
            </a:r>
            <a:r>
              <a:rPr lang="en-US" dirty="0"/>
              <a:t>Objectives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9855" y="1334392"/>
            <a:ext cx="10701830" cy="67817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38631" y="3547057"/>
            <a:ext cx="1983739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lvl="0" rtl="0"/>
            <a:r>
              <a:rPr lang="en-US" sz="1600" spc="-10" dirty="0">
                <a:solidFill>
                  <a:srgbClr val="042745"/>
                </a:solidFill>
                <a:latin typeface="Arial"/>
                <a:cs typeface="Arial"/>
              </a:rPr>
              <a:t>To strengthen collaboration between the Admissions Department and academic units in supporting students’ transition from school to university life.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77612" y="3552610"/>
            <a:ext cx="1983739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600" spc="-10" dirty="0">
                <a:solidFill>
                  <a:srgbClr val="042745"/>
                </a:solidFill>
                <a:latin typeface="Arial"/>
                <a:cs typeface="Arial"/>
              </a:rPr>
              <a:t>Develop communication, academic, and critical thinking skills</a:t>
            </a:r>
            <a:endParaRPr sz="1600" spc="-10" dirty="0">
              <a:solidFill>
                <a:srgbClr val="042745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7535" y="3547057"/>
            <a:ext cx="2928114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10"/>
              </a:spcBef>
            </a:pPr>
            <a:r>
              <a:rPr lang="en-US" sz="1600" spc="-10" dirty="0">
                <a:solidFill>
                  <a:srgbClr val="042745"/>
                </a:solidFill>
                <a:latin typeface="Arial"/>
                <a:cs typeface="Arial"/>
              </a:rPr>
              <a:t>Introduce students to different academic disciplines through real university experiences</a:t>
            </a:r>
            <a:r>
              <a:rPr lang="en-US" sz="1300" spc="-10" dirty="0">
                <a:solidFill>
                  <a:srgbClr val="042745"/>
                </a:solidFill>
                <a:latin typeface="Arial"/>
                <a:cs typeface="Arial"/>
              </a:rPr>
              <a:t>.</a:t>
            </a:r>
            <a:endParaRPr sz="1300" spc="-10" dirty="0">
              <a:solidFill>
                <a:srgbClr val="042745"/>
              </a:solidFill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94882" y="2678687"/>
            <a:ext cx="8539312" cy="601979"/>
            <a:chOff x="1987295" y="1543811"/>
            <a:chExt cx="8539312" cy="601979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7295" y="1620011"/>
              <a:ext cx="435863" cy="5257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0916" y="1629155"/>
              <a:ext cx="603503" cy="5151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8751" y="1543811"/>
              <a:ext cx="623316" cy="5989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37404" y="1580784"/>
              <a:ext cx="489203" cy="55930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945630" y="3531301"/>
            <a:ext cx="1983739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600" spc="-10" dirty="0">
                <a:solidFill>
                  <a:srgbClr val="042745"/>
                </a:solidFill>
                <a:latin typeface="Arial"/>
                <a:cs typeface="Arial"/>
              </a:rPr>
              <a:t>Encourage students to pursue higher education with confidence and clear goals</a:t>
            </a:r>
            <a:endParaRPr sz="1600" spc="-10" dirty="0">
              <a:solidFill>
                <a:srgbClr val="042745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5-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13290" y="3062134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64153" y="333578"/>
            <a:ext cx="6733540" cy="133754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dirty="0" err="1"/>
              <a:t>SkyPath</a:t>
            </a:r>
            <a:r>
              <a:rPr lang="en-US" dirty="0"/>
              <a:t> Program Benefits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4788" y="68580"/>
            <a:ext cx="9448" cy="72466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13783" y="2574036"/>
            <a:ext cx="19507" cy="25008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87779" y="3180333"/>
            <a:ext cx="2035074" cy="24577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algn="l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/>
              <a:t>Benefits for Students</a:t>
            </a:r>
          </a:p>
          <a:p>
            <a:pPr marL="372110" algn="ctr">
              <a:lnSpc>
                <a:spcPct val="100000"/>
              </a:lnSpc>
              <a:spcBef>
                <a:spcPts val="105"/>
              </a:spcBef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Discover academic interests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 confidence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Experience university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Make informed major choices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03615" y="2574036"/>
            <a:ext cx="19507" cy="250088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997693" y="4022505"/>
            <a:ext cx="1572260" cy="1103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Stronger partnership with PMU</a:t>
            </a:r>
          </a:p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Better student preparation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59507" y="2066544"/>
            <a:ext cx="1025652" cy="91135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07635" y="5068084"/>
            <a:ext cx="1025651" cy="9098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48900" y="2066544"/>
            <a:ext cx="1025651" cy="91135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679029" y="2631357"/>
            <a:ext cx="1439315" cy="2052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/>
              <a:t>Benefits for PMU</a:t>
            </a:r>
          </a:p>
          <a:p>
            <a:pPr marL="298450" indent="-285750" algn="ctr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Community engagement</a:t>
            </a:r>
          </a:p>
          <a:p>
            <a:pPr marL="298450" indent="-285750" algn="ctr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Early student recruitment</a:t>
            </a:r>
          </a:p>
          <a:p>
            <a:pPr marL="298450" indent="-285750" algn="ctr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Stronger academic outreach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4-</a:t>
            </a:r>
            <a:r>
              <a:rPr spc="-25" dirty="0"/>
              <a:t>15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282555" y="3180333"/>
            <a:ext cx="93726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b="1" dirty="0"/>
              <a:t>Benefits for Schools</a:t>
            </a:r>
            <a:endParaRPr sz="140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443" y="5048503"/>
            <a:ext cx="2220467" cy="1930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3290" y="3062134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64153" y="333578"/>
            <a:ext cx="6733540" cy="141449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584835" algn="ctr">
              <a:lnSpc>
                <a:spcPct val="100000"/>
              </a:lnSpc>
              <a:spcBef>
                <a:spcPts val="110"/>
              </a:spcBef>
            </a:pPr>
            <a:r>
              <a:rPr lang="en-US" dirty="0" err="1"/>
              <a:t>SkyPath</a:t>
            </a:r>
            <a:r>
              <a:rPr lang="en-US" dirty="0"/>
              <a:t> Program Features</a:t>
            </a:r>
            <a:endParaRPr spc="-10" dirty="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15339" y="68580"/>
            <a:ext cx="3703320" cy="7246620"/>
            <a:chOff x="815339" y="68580"/>
            <a:chExt cx="3703320" cy="724662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339" y="68580"/>
              <a:ext cx="3396996" cy="72466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6647" y="2305812"/>
              <a:ext cx="2382012" cy="238048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317751" y="2590800"/>
            <a:ext cx="2025268" cy="2221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7025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University-level learning experience</a:t>
            </a:r>
          </a:p>
          <a:p>
            <a:pPr marL="484505">
              <a:lnSpc>
                <a:spcPct val="100000"/>
              </a:lnSpc>
              <a:spcBef>
                <a:spcPts val="105"/>
              </a:spcBef>
            </a:pPr>
            <a:endParaRPr lang="en-US" sz="1600" b="1" dirty="0"/>
          </a:p>
          <a:p>
            <a:pPr marL="77025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Academic major exploration</a:t>
            </a:r>
          </a:p>
          <a:p>
            <a:pPr marL="77025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sz="1300" dirty="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68156" y="3838955"/>
            <a:ext cx="2380488" cy="238048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120217" y="4024757"/>
            <a:ext cx="1983739" cy="20088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867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Interaction with PMU faculty and students</a:t>
            </a:r>
          </a:p>
          <a:p>
            <a:pPr marL="78867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1600" b="1" dirty="0">
              <a:latin typeface="Arial"/>
              <a:cs typeface="Arial"/>
            </a:endParaRPr>
          </a:p>
          <a:p>
            <a:pPr marL="78867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Real campus experience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6-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9327" y="0"/>
            <a:ext cx="12292965" cy="7315200"/>
            <a:chOff x="719327" y="0"/>
            <a:chExt cx="12292965" cy="7315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11" y="0"/>
              <a:ext cx="8539722" cy="73151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7644" y="0"/>
              <a:ext cx="9764267" cy="73151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00432" y="266700"/>
              <a:ext cx="208788" cy="2057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7" y="0"/>
              <a:ext cx="47243" cy="731519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23856" y="3200565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36F21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F36F21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36F21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584960" y="1096137"/>
            <a:ext cx="6371590" cy="6036309"/>
            <a:chOff x="1584960" y="1315211"/>
            <a:chExt cx="5529580" cy="581723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60" y="1315211"/>
              <a:ext cx="5529071" cy="58171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4416" y="1543811"/>
              <a:ext cx="5082539" cy="534619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12694" y="3849751"/>
            <a:ext cx="234505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sz="450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4500" spc="-50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endParaRPr sz="4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ctrTitle"/>
          </p:nvPr>
        </p:nvSpPr>
        <p:spPr>
          <a:xfrm>
            <a:off x="7836534" y="1096137"/>
            <a:ext cx="4921884" cy="1336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dirty="0" err="1"/>
              <a:t>SkyPath</a:t>
            </a:r>
            <a:r>
              <a:rPr lang="en-US" dirty="0"/>
              <a:t> School visit </a:t>
            </a:r>
            <a:endParaRPr spc="-10" dirty="0"/>
          </a:p>
        </p:txBody>
      </p:sp>
      <p:grpSp>
        <p:nvGrpSpPr>
          <p:cNvPr id="15" name="object 15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106912" y="6600443"/>
              <a:ext cx="1831848" cy="7147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10-</a:t>
            </a:r>
            <a:r>
              <a:rPr spc="-25" dirty="0"/>
              <a:t>15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189076-BB6C-7DC1-30D0-EFCD2B7F2E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394" y="1806544"/>
            <a:ext cx="2707217" cy="48128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4491ACE-6B60-98E2-2966-BF18BA6452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032" y="1737102"/>
            <a:ext cx="2746214" cy="488215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635946B-EF1C-2493-2B18-CC7F6C891F95}"/>
              </a:ext>
            </a:extLst>
          </p:cNvPr>
          <p:cNvSpPr txBox="1"/>
          <p:nvPr/>
        </p:nvSpPr>
        <p:spPr>
          <a:xfrm>
            <a:off x="7817068" y="6160097"/>
            <a:ext cx="380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school students attending Marketing principles course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856" y="3200565"/>
            <a:ext cx="153670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P</a:t>
            </a:r>
            <a:r>
              <a:rPr sz="900" spc="-30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R</a:t>
            </a:r>
            <a:r>
              <a:rPr sz="900" spc="-25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O</a:t>
            </a:r>
            <a:r>
              <a:rPr sz="900" spc="-35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J</a:t>
            </a:r>
            <a:r>
              <a:rPr sz="900" spc="-20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E</a:t>
            </a:r>
            <a:r>
              <a:rPr sz="900" spc="-30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C</a:t>
            </a:r>
            <a:r>
              <a:rPr sz="900" spc="-25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T</a:t>
            </a:r>
            <a:r>
              <a:rPr sz="900" spc="420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T</a:t>
            </a:r>
            <a:r>
              <a:rPr sz="900" spc="-35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I</a:t>
            </a:r>
            <a:r>
              <a:rPr sz="900" spc="-25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42745"/>
                </a:solidFill>
                <a:latin typeface="Arial"/>
                <a:cs typeface="Arial"/>
              </a:rPr>
              <a:t>L</a:t>
            </a:r>
            <a:r>
              <a:rPr sz="900" spc="-20" dirty="0">
                <a:solidFill>
                  <a:srgbClr val="042745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042745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" y="466344"/>
            <a:ext cx="210311" cy="2072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29560" y="1956943"/>
            <a:ext cx="5521960" cy="1971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750" spc="-10" dirty="0">
                <a:solidFill>
                  <a:srgbClr val="F36F21"/>
                </a:solidFill>
                <a:latin typeface="Arial"/>
                <a:cs typeface="Arial"/>
              </a:rPr>
              <a:t>THANK</a:t>
            </a:r>
            <a:endParaRPr sz="12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4015" y="3205099"/>
            <a:ext cx="3540125" cy="1971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750" spc="-25" dirty="0">
                <a:solidFill>
                  <a:srgbClr val="042745"/>
                </a:solidFill>
                <a:latin typeface="Arial"/>
                <a:cs typeface="Arial"/>
              </a:rPr>
              <a:t>YOU</a:t>
            </a:r>
            <a:endParaRPr sz="127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8755" y="3572255"/>
            <a:ext cx="1266444" cy="126644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735561" y="7028564"/>
            <a:ext cx="746760" cy="17018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pmu.edu.sa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0431" y="266700"/>
            <a:ext cx="208788" cy="2057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1788" y="2590800"/>
            <a:ext cx="6146292" cy="37185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02994" y="3296792"/>
            <a:ext cx="57150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0735" y="3400044"/>
            <a:ext cx="475488" cy="1905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20239" y="2725039"/>
            <a:ext cx="1888489" cy="96011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E67D21"/>
                </a:solidFill>
                <a:latin typeface="Arial"/>
                <a:cs typeface="Arial"/>
              </a:rPr>
              <a:t>Fonts</a:t>
            </a:r>
            <a:r>
              <a:rPr sz="2300" spc="5" dirty="0">
                <a:solidFill>
                  <a:srgbClr val="E67D21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E67D21"/>
                </a:solidFill>
                <a:latin typeface="Arial"/>
                <a:cs typeface="Arial"/>
              </a:rPr>
              <a:t>used</a:t>
            </a:r>
            <a:endParaRPr sz="23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814"/>
              </a:spcBef>
            </a:pP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Arial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0580" y="4095699"/>
            <a:ext cx="128143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Sub-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Header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49879" y="4162044"/>
            <a:ext cx="481965" cy="914400"/>
            <a:chOff x="2849879" y="4162044"/>
            <a:chExt cx="481965" cy="9144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9879" y="4162044"/>
              <a:ext cx="475488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5975" y="4885944"/>
              <a:ext cx="475488" cy="1905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465703" y="4049395"/>
            <a:ext cx="123507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Helvetica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2739" y="4807966"/>
            <a:ext cx="864869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70" dirty="0">
                <a:solidFill>
                  <a:srgbClr val="FFFFFF"/>
                </a:solidFill>
                <a:latin typeface="Cambria"/>
                <a:cs typeface="Cambria"/>
              </a:rPr>
              <a:t>Numbers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58336" y="4822697"/>
            <a:ext cx="119253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Cormorant</a:t>
            </a:r>
            <a:endParaRPr sz="1950" dirty="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49411" y="2590800"/>
            <a:ext cx="3625596" cy="38115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499729" y="3296792"/>
            <a:ext cx="57150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36835" y="3400044"/>
            <a:ext cx="475487" cy="1905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316973" y="2725039"/>
            <a:ext cx="2165985" cy="1005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E67D21"/>
                </a:solidFill>
                <a:latin typeface="Arial"/>
                <a:cs typeface="Arial"/>
              </a:rPr>
              <a:t>Fonts</a:t>
            </a:r>
            <a:r>
              <a:rPr sz="2300" spc="5" dirty="0">
                <a:solidFill>
                  <a:srgbClr val="E67D21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E67D21"/>
                </a:solidFill>
                <a:latin typeface="Arial"/>
                <a:cs typeface="Arial"/>
              </a:rPr>
              <a:t>used</a:t>
            </a:r>
            <a:endParaRPr sz="2300">
              <a:latin typeface="Arial"/>
              <a:cs typeface="Arial"/>
            </a:endParaRPr>
          </a:p>
          <a:p>
            <a:pPr marL="1268095" marR="5080">
              <a:lnSpc>
                <a:spcPts val="1730"/>
              </a:lnSpc>
              <a:spcBef>
                <a:spcPts val="1540"/>
              </a:spcBef>
            </a:pPr>
            <a:r>
              <a:rPr sz="1450" b="1" spc="85" dirty="0">
                <a:solidFill>
                  <a:srgbClr val="FFFFFF"/>
                </a:solidFill>
                <a:latin typeface="Calibri"/>
                <a:cs typeface="Calibri"/>
              </a:rPr>
              <a:t>El-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Messiri-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Semi</a:t>
            </a:r>
            <a:r>
              <a:rPr sz="145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20" dirty="0">
                <a:solidFill>
                  <a:srgbClr val="FFFFFF"/>
                </a:solidFill>
                <a:latin typeface="Calibri"/>
                <a:cs typeface="Calibri"/>
              </a:rPr>
              <a:t>Bold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67090" y="4324858"/>
            <a:ext cx="128206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Sub-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Header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762743" y="4419600"/>
            <a:ext cx="544195" cy="1270000"/>
            <a:chOff x="9762743" y="4419600"/>
            <a:chExt cx="544195" cy="127000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1323" y="4419600"/>
              <a:ext cx="475487" cy="1905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62743" y="5498591"/>
              <a:ext cx="475488" cy="1905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509761" y="5420360"/>
            <a:ext cx="864869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70" dirty="0">
                <a:solidFill>
                  <a:srgbClr val="FFFFFF"/>
                </a:solidFill>
                <a:latin typeface="Cambria"/>
                <a:cs typeface="Cambria"/>
              </a:rPr>
              <a:t>Numbers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16869" y="5394452"/>
            <a:ext cx="8667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Khebrat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16869" y="5601715"/>
            <a:ext cx="77089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Musamim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2914" y="3774388"/>
            <a:ext cx="1734185" cy="221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spc="-145" dirty="0">
                <a:solidFill>
                  <a:srgbClr val="FFFFFF"/>
                </a:solidFill>
                <a:latin typeface="Calibri"/>
                <a:cs typeface="Calibri"/>
              </a:rPr>
              <a:t>دهف</a:t>
            </a:r>
            <a:r>
              <a:rPr sz="1250" b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-185" dirty="0">
                <a:solidFill>
                  <a:srgbClr val="FFFFFF"/>
                </a:solidFill>
                <a:latin typeface="Calibri"/>
                <a:cs typeface="Calibri"/>
              </a:rPr>
              <a:t>نب</a:t>
            </a:r>
            <a:r>
              <a:rPr sz="125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65" dirty="0">
                <a:solidFill>
                  <a:srgbClr val="FFFFFF"/>
                </a:solidFill>
                <a:latin typeface="Calibri"/>
                <a:cs typeface="Calibri"/>
              </a:rPr>
              <a:t>دمحم</a:t>
            </a:r>
            <a:r>
              <a:rPr sz="125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-65" dirty="0">
                <a:solidFill>
                  <a:srgbClr val="FFFFFF"/>
                </a:solidFill>
                <a:latin typeface="Calibri"/>
                <a:cs typeface="Calibri"/>
              </a:rPr>
              <a:t>ريملاا</a:t>
            </a:r>
            <a:r>
              <a:rPr sz="125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70" dirty="0">
                <a:solidFill>
                  <a:srgbClr val="FFFFFF"/>
                </a:solidFill>
                <a:latin typeface="Calibri"/>
                <a:cs typeface="Calibri"/>
              </a:rPr>
              <a:t>ةعماج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07297" y="4845811"/>
            <a:ext cx="2167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65" dirty="0">
                <a:solidFill>
                  <a:srgbClr val="FFFFFF"/>
                </a:solidFill>
                <a:latin typeface="Calibri"/>
                <a:cs typeface="Calibri"/>
              </a:rPr>
              <a:t>دهف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Calibri"/>
                <a:cs typeface="Calibri"/>
              </a:rPr>
              <a:t>نب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270" dirty="0">
                <a:solidFill>
                  <a:srgbClr val="FFFFFF"/>
                </a:solidFill>
                <a:latin typeface="Calibri"/>
                <a:cs typeface="Calibri"/>
              </a:rPr>
              <a:t>دمحم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ريملأا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229" dirty="0">
                <a:solidFill>
                  <a:srgbClr val="FFFFFF"/>
                </a:solidFill>
                <a:latin typeface="Calibri"/>
                <a:cs typeface="Calibri"/>
              </a:rPr>
              <a:t>ةعماج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97867" y="5750433"/>
            <a:ext cx="198310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265" dirty="0">
                <a:solidFill>
                  <a:srgbClr val="FFFFFF"/>
                </a:solidFill>
                <a:latin typeface="Arial"/>
                <a:cs typeface="Arial"/>
              </a:rPr>
              <a:t>دهف</a:t>
            </a:r>
            <a:r>
              <a:rPr sz="18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-455" dirty="0">
                <a:solidFill>
                  <a:srgbClr val="FFFFFF"/>
                </a:solidFill>
                <a:latin typeface="Arial"/>
                <a:cs typeface="Arial"/>
              </a:rPr>
              <a:t>نب</a:t>
            </a:r>
            <a:r>
              <a:rPr sz="185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FFFFFF"/>
                </a:solidFill>
                <a:latin typeface="Arial"/>
                <a:cs typeface="Arial"/>
              </a:rPr>
              <a:t>دمحم</a:t>
            </a:r>
            <a:r>
              <a:rPr sz="185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-170" dirty="0">
                <a:solidFill>
                  <a:srgbClr val="FFFFFF"/>
                </a:solidFill>
                <a:latin typeface="Arial"/>
                <a:cs typeface="Arial"/>
              </a:rPr>
              <a:t>ريملاا</a:t>
            </a:r>
            <a:r>
              <a:rPr sz="185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Arial"/>
                <a:cs typeface="Arial"/>
              </a:rPr>
              <a:t>ةعماج</a:t>
            </a:r>
            <a:endParaRPr sz="1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37252" y="3306317"/>
            <a:ext cx="150050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3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3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Arial"/>
                <a:cs typeface="Arial"/>
              </a:rPr>
              <a:t>43.1</a:t>
            </a:r>
            <a:endParaRPr sz="2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50333" y="4757673"/>
            <a:ext cx="125412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3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3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2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37252" y="4031996"/>
            <a:ext cx="150050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3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3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Arial"/>
                <a:cs typeface="Arial"/>
              </a:rPr>
              <a:t>13.1</a:t>
            </a:r>
            <a:endParaRPr sz="2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58373" y="4417314"/>
            <a:ext cx="1396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GE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SS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Medium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105118" y="240739"/>
            <a:ext cx="538480" cy="408940"/>
            <a:chOff x="6105118" y="240739"/>
            <a:chExt cx="538480" cy="40894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5118" y="240739"/>
              <a:ext cx="537997" cy="40854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143243" y="256031"/>
              <a:ext cx="466725" cy="337185"/>
            </a:xfrm>
            <a:custGeom>
              <a:avLst/>
              <a:gdLst/>
              <a:ahLst/>
              <a:cxnLst/>
              <a:rect l="l" t="t" r="r" b="b"/>
              <a:pathLst>
                <a:path w="466725" h="337184">
                  <a:moveTo>
                    <a:pt x="410209" y="0"/>
                  </a:moveTo>
                  <a:lnTo>
                    <a:pt x="56133" y="0"/>
                  </a:lnTo>
                  <a:lnTo>
                    <a:pt x="34289" y="4413"/>
                  </a:lnTo>
                  <a:lnTo>
                    <a:pt x="16446" y="16446"/>
                  </a:lnTo>
                  <a:lnTo>
                    <a:pt x="4413" y="34290"/>
                  </a:lnTo>
                  <a:lnTo>
                    <a:pt x="0" y="56134"/>
                  </a:lnTo>
                  <a:lnTo>
                    <a:pt x="0" y="280670"/>
                  </a:lnTo>
                  <a:lnTo>
                    <a:pt x="4413" y="302514"/>
                  </a:lnTo>
                  <a:lnTo>
                    <a:pt x="16446" y="320357"/>
                  </a:lnTo>
                  <a:lnTo>
                    <a:pt x="34289" y="332390"/>
                  </a:lnTo>
                  <a:lnTo>
                    <a:pt x="56133" y="336803"/>
                  </a:lnTo>
                  <a:lnTo>
                    <a:pt x="410209" y="336803"/>
                  </a:lnTo>
                  <a:lnTo>
                    <a:pt x="432054" y="332390"/>
                  </a:lnTo>
                  <a:lnTo>
                    <a:pt x="449897" y="320357"/>
                  </a:lnTo>
                  <a:lnTo>
                    <a:pt x="461930" y="302514"/>
                  </a:lnTo>
                  <a:lnTo>
                    <a:pt x="466344" y="280670"/>
                  </a:lnTo>
                  <a:lnTo>
                    <a:pt x="466344" y="56134"/>
                  </a:lnTo>
                  <a:lnTo>
                    <a:pt x="461930" y="34289"/>
                  </a:lnTo>
                  <a:lnTo>
                    <a:pt x="449897" y="16446"/>
                  </a:lnTo>
                  <a:lnTo>
                    <a:pt x="432053" y="4413"/>
                  </a:lnTo>
                  <a:lnTo>
                    <a:pt x="410209" y="0"/>
                  </a:lnTo>
                  <a:close/>
                </a:path>
              </a:pathLst>
            </a:custGeom>
            <a:solidFill>
              <a:srgbClr val="0724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3243" y="256031"/>
              <a:ext cx="466725" cy="337185"/>
            </a:xfrm>
            <a:custGeom>
              <a:avLst/>
              <a:gdLst/>
              <a:ahLst/>
              <a:cxnLst/>
              <a:rect l="l" t="t" r="r" b="b"/>
              <a:pathLst>
                <a:path w="466725" h="337184">
                  <a:moveTo>
                    <a:pt x="0" y="56134"/>
                  </a:moveTo>
                  <a:lnTo>
                    <a:pt x="4413" y="34290"/>
                  </a:lnTo>
                  <a:lnTo>
                    <a:pt x="16446" y="16446"/>
                  </a:lnTo>
                  <a:lnTo>
                    <a:pt x="34289" y="4413"/>
                  </a:lnTo>
                  <a:lnTo>
                    <a:pt x="56133" y="0"/>
                  </a:lnTo>
                  <a:lnTo>
                    <a:pt x="410209" y="0"/>
                  </a:lnTo>
                  <a:lnTo>
                    <a:pt x="432053" y="4413"/>
                  </a:lnTo>
                  <a:lnTo>
                    <a:pt x="449897" y="16446"/>
                  </a:lnTo>
                  <a:lnTo>
                    <a:pt x="461930" y="34289"/>
                  </a:lnTo>
                  <a:lnTo>
                    <a:pt x="466344" y="56134"/>
                  </a:lnTo>
                  <a:lnTo>
                    <a:pt x="466344" y="280670"/>
                  </a:lnTo>
                  <a:lnTo>
                    <a:pt x="461930" y="302514"/>
                  </a:lnTo>
                  <a:lnTo>
                    <a:pt x="449897" y="320357"/>
                  </a:lnTo>
                  <a:lnTo>
                    <a:pt x="432054" y="332390"/>
                  </a:lnTo>
                  <a:lnTo>
                    <a:pt x="410209" y="336803"/>
                  </a:lnTo>
                  <a:lnTo>
                    <a:pt x="56133" y="336803"/>
                  </a:lnTo>
                  <a:lnTo>
                    <a:pt x="34289" y="332390"/>
                  </a:lnTo>
                  <a:lnTo>
                    <a:pt x="16446" y="320357"/>
                  </a:lnTo>
                  <a:lnTo>
                    <a:pt x="4413" y="302514"/>
                  </a:lnTo>
                  <a:lnTo>
                    <a:pt x="0" y="280670"/>
                  </a:lnTo>
                  <a:lnTo>
                    <a:pt x="0" y="561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114262" y="824431"/>
            <a:ext cx="538480" cy="408940"/>
            <a:chOff x="6114262" y="824431"/>
            <a:chExt cx="538480" cy="408940"/>
          </a:xfrm>
        </p:grpSpPr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14262" y="824431"/>
              <a:ext cx="537997" cy="4085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152387" y="839723"/>
              <a:ext cx="466725" cy="337185"/>
            </a:xfrm>
            <a:custGeom>
              <a:avLst/>
              <a:gdLst/>
              <a:ahLst/>
              <a:cxnLst/>
              <a:rect l="l" t="t" r="r" b="b"/>
              <a:pathLst>
                <a:path w="466725" h="337184">
                  <a:moveTo>
                    <a:pt x="410210" y="0"/>
                  </a:moveTo>
                  <a:lnTo>
                    <a:pt x="56134" y="0"/>
                  </a:lnTo>
                  <a:lnTo>
                    <a:pt x="34290" y="4413"/>
                  </a:lnTo>
                  <a:lnTo>
                    <a:pt x="16446" y="16446"/>
                  </a:lnTo>
                  <a:lnTo>
                    <a:pt x="4413" y="34289"/>
                  </a:lnTo>
                  <a:lnTo>
                    <a:pt x="0" y="56134"/>
                  </a:lnTo>
                  <a:lnTo>
                    <a:pt x="0" y="280670"/>
                  </a:lnTo>
                  <a:lnTo>
                    <a:pt x="4413" y="302514"/>
                  </a:lnTo>
                  <a:lnTo>
                    <a:pt x="16446" y="320357"/>
                  </a:lnTo>
                  <a:lnTo>
                    <a:pt x="34289" y="332390"/>
                  </a:lnTo>
                  <a:lnTo>
                    <a:pt x="56134" y="336803"/>
                  </a:lnTo>
                  <a:lnTo>
                    <a:pt x="410210" y="336803"/>
                  </a:lnTo>
                  <a:lnTo>
                    <a:pt x="432054" y="332390"/>
                  </a:lnTo>
                  <a:lnTo>
                    <a:pt x="449897" y="320357"/>
                  </a:lnTo>
                  <a:lnTo>
                    <a:pt x="461930" y="302513"/>
                  </a:lnTo>
                  <a:lnTo>
                    <a:pt x="466343" y="280670"/>
                  </a:lnTo>
                  <a:lnTo>
                    <a:pt x="466343" y="56134"/>
                  </a:lnTo>
                  <a:lnTo>
                    <a:pt x="461930" y="34290"/>
                  </a:lnTo>
                  <a:lnTo>
                    <a:pt x="449897" y="16446"/>
                  </a:lnTo>
                  <a:lnTo>
                    <a:pt x="432053" y="4413"/>
                  </a:lnTo>
                  <a:lnTo>
                    <a:pt x="410210" y="0"/>
                  </a:lnTo>
                  <a:close/>
                </a:path>
              </a:pathLst>
            </a:custGeom>
            <a:solidFill>
              <a:srgbClr val="1837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52387" y="839723"/>
              <a:ext cx="466725" cy="337185"/>
            </a:xfrm>
            <a:custGeom>
              <a:avLst/>
              <a:gdLst/>
              <a:ahLst/>
              <a:cxnLst/>
              <a:rect l="l" t="t" r="r" b="b"/>
              <a:pathLst>
                <a:path w="466725" h="337184">
                  <a:moveTo>
                    <a:pt x="0" y="56134"/>
                  </a:moveTo>
                  <a:lnTo>
                    <a:pt x="4413" y="34289"/>
                  </a:lnTo>
                  <a:lnTo>
                    <a:pt x="16446" y="16446"/>
                  </a:lnTo>
                  <a:lnTo>
                    <a:pt x="34290" y="4413"/>
                  </a:lnTo>
                  <a:lnTo>
                    <a:pt x="56134" y="0"/>
                  </a:lnTo>
                  <a:lnTo>
                    <a:pt x="410210" y="0"/>
                  </a:lnTo>
                  <a:lnTo>
                    <a:pt x="432053" y="4413"/>
                  </a:lnTo>
                  <a:lnTo>
                    <a:pt x="449897" y="16446"/>
                  </a:lnTo>
                  <a:lnTo>
                    <a:pt x="461930" y="34290"/>
                  </a:lnTo>
                  <a:lnTo>
                    <a:pt x="466343" y="56134"/>
                  </a:lnTo>
                  <a:lnTo>
                    <a:pt x="466343" y="280670"/>
                  </a:lnTo>
                  <a:lnTo>
                    <a:pt x="461930" y="302513"/>
                  </a:lnTo>
                  <a:lnTo>
                    <a:pt x="449897" y="320357"/>
                  </a:lnTo>
                  <a:lnTo>
                    <a:pt x="432054" y="332390"/>
                  </a:lnTo>
                  <a:lnTo>
                    <a:pt x="410210" y="336803"/>
                  </a:lnTo>
                  <a:lnTo>
                    <a:pt x="56134" y="336803"/>
                  </a:lnTo>
                  <a:lnTo>
                    <a:pt x="34289" y="332390"/>
                  </a:lnTo>
                  <a:lnTo>
                    <a:pt x="16446" y="320357"/>
                  </a:lnTo>
                  <a:lnTo>
                    <a:pt x="4413" y="302514"/>
                  </a:lnTo>
                  <a:lnTo>
                    <a:pt x="0" y="280670"/>
                  </a:lnTo>
                  <a:lnTo>
                    <a:pt x="0" y="561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6124930" y="1408123"/>
            <a:ext cx="538480" cy="408940"/>
            <a:chOff x="6124930" y="1408123"/>
            <a:chExt cx="538480" cy="408940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4930" y="1408123"/>
              <a:ext cx="537997" cy="4085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163056" y="1423415"/>
              <a:ext cx="466725" cy="337185"/>
            </a:xfrm>
            <a:custGeom>
              <a:avLst/>
              <a:gdLst/>
              <a:ahLst/>
              <a:cxnLst/>
              <a:rect l="l" t="t" r="r" b="b"/>
              <a:pathLst>
                <a:path w="466725" h="337185">
                  <a:moveTo>
                    <a:pt x="410210" y="0"/>
                  </a:moveTo>
                  <a:lnTo>
                    <a:pt x="56134" y="0"/>
                  </a:lnTo>
                  <a:lnTo>
                    <a:pt x="34290" y="4413"/>
                  </a:lnTo>
                  <a:lnTo>
                    <a:pt x="16446" y="16446"/>
                  </a:lnTo>
                  <a:lnTo>
                    <a:pt x="4413" y="34289"/>
                  </a:lnTo>
                  <a:lnTo>
                    <a:pt x="0" y="56134"/>
                  </a:lnTo>
                  <a:lnTo>
                    <a:pt x="0" y="280670"/>
                  </a:lnTo>
                  <a:lnTo>
                    <a:pt x="4413" y="302513"/>
                  </a:lnTo>
                  <a:lnTo>
                    <a:pt x="16446" y="320357"/>
                  </a:lnTo>
                  <a:lnTo>
                    <a:pt x="34289" y="332390"/>
                  </a:lnTo>
                  <a:lnTo>
                    <a:pt x="56134" y="336804"/>
                  </a:lnTo>
                  <a:lnTo>
                    <a:pt x="410210" y="336804"/>
                  </a:lnTo>
                  <a:lnTo>
                    <a:pt x="432054" y="332390"/>
                  </a:lnTo>
                  <a:lnTo>
                    <a:pt x="449897" y="320357"/>
                  </a:lnTo>
                  <a:lnTo>
                    <a:pt x="461930" y="302514"/>
                  </a:lnTo>
                  <a:lnTo>
                    <a:pt x="466344" y="280670"/>
                  </a:lnTo>
                  <a:lnTo>
                    <a:pt x="466344" y="56134"/>
                  </a:lnTo>
                  <a:lnTo>
                    <a:pt x="461930" y="34290"/>
                  </a:lnTo>
                  <a:lnTo>
                    <a:pt x="449897" y="16446"/>
                  </a:lnTo>
                  <a:lnTo>
                    <a:pt x="432053" y="4413"/>
                  </a:lnTo>
                  <a:lnTo>
                    <a:pt x="410210" y="0"/>
                  </a:lnTo>
                  <a:close/>
                </a:path>
              </a:pathLst>
            </a:custGeom>
            <a:solidFill>
              <a:srgbClr val="DC79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63056" y="1423415"/>
              <a:ext cx="466725" cy="337185"/>
            </a:xfrm>
            <a:custGeom>
              <a:avLst/>
              <a:gdLst/>
              <a:ahLst/>
              <a:cxnLst/>
              <a:rect l="l" t="t" r="r" b="b"/>
              <a:pathLst>
                <a:path w="466725" h="337185">
                  <a:moveTo>
                    <a:pt x="0" y="56134"/>
                  </a:moveTo>
                  <a:lnTo>
                    <a:pt x="4413" y="34289"/>
                  </a:lnTo>
                  <a:lnTo>
                    <a:pt x="16446" y="16446"/>
                  </a:lnTo>
                  <a:lnTo>
                    <a:pt x="34290" y="4413"/>
                  </a:lnTo>
                  <a:lnTo>
                    <a:pt x="56134" y="0"/>
                  </a:lnTo>
                  <a:lnTo>
                    <a:pt x="410210" y="0"/>
                  </a:lnTo>
                  <a:lnTo>
                    <a:pt x="432053" y="4413"/>
                  </a:lnTo>
                  <a:lnTo>
                    <a:pt x="449897" y="16446"/>
                  </a:lnTo>
                  <a:lnTo>
                    <a:pt x="461930" y="34290"/>
                  </a:lnTo>
                  <a:lnTo>
                    <a:pt x="466344" y="56134"/>
                  </a:lnTo>
                  <a:lnTo>
                    <a:pt x="466344" y="280670"/>
                  </a:lnTo>
                  <a:lnTo>
                    <a:pt x="461930" y="302514"/>
                  </a:lnTo>
                  <a:lnTo>
                    <a:pt x="449897" y="320357"/>
                  </a:lnTo>
                  <a:lnTo>
                    <a:pt x="432054" y="332390"/>
                  </a:lnTo>
                  <a:lnTo>
                    <a:pt x="410210" y="336804"/>
                  </a:lnTo>
                  <a:lnTo>
                    <a:pt x="56134" y="336804"/>
                  </a:lnTo>
                  <a:lnTo>
                    <a:pt x="34289" y="332390"/>
                  </a:lnTo>
                  <a:lnTo>
                    <a:pt x="16446" y="320357"/>
                  </a:lnTo>
                  <a:lnTo>
                    <a:pt x="4413" y="302513"/>
                  </a:lnTo>
                  <a:lnTo>
                    <a:pt x="0" y="280670"/>
                  </a:lnTo>
                  <a:lnTo>
                    <a:pt x="0" y="56134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783069" y="221742"/>
            <a:ext cx="939165" cy="212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21212"/>
                </a:solidFill>
                <a:latin typeface="Arial"/>
                <a:cs typeface="Arial"/>
              </a:rPr>
              <a:t>#042745</a:t>
            </a:r>
            <a:endParaRPr sz="1800">
              <a:latin typeface="Arial"/>
              <a:cs typeface="Arial"/>
            </a:endParaRPr>
          </a:p>
          <a:p>
            <a:pPr marL="31115" marR="31750" indent="-19050">
              <a:lnSpc>
                <a:spcPts val="4880"/>
              </a:lnSpc>
              <a:spcBef>
                <a:spcPts val="590"/>
              </a:spcBef>
            </a:pPr>
            <a:r>
              <a:rPr sz="1800" spc="-10" dirty="0">
                <a:solidFill>
                  <a:srgbClr val="121212"/>
                </a:solidFill>
                <a:latin typeface="Arial"/>
                <a:cs typeface="Arial"/>
              </a:rPr>
              <a:t>#19376e #f37022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1895"/>
              </a:spcBef>
            </a:pPr>
            <a:r>
              <a:rPr sz="1800" spc="-10" dirty="0">
                <a:solidFill>
                  <a:srgbClr val="121212"/>
                </a:solidFill>
                <a:latin typeface="Arial"/>
                <a:cs typeface="Arial"/>
              </a:rPr>
              <a:t>#ada8a0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149314" y="2003962"/>
            <a:ext cx="538480" cy="407670"/>
            <a:chOff x="6149314" y="2003962"/>
            <a:chExt cx="538480" cy="407670"/>
          </a:xfrm>
        </p:grpSpPr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49314" y="2003962"/>
              <a:ext cx="537997" cy="40710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187439" y="2019300"/>
              <a:ext cx="466725" cy="335280"/>
            </a:xfrm>
            <a:custGeom>
              <a:avLst/>
              <a:gdLst/>
              <a:ahLst/>
              <a:cxnLst/>
              <a:rect l="l" t="t" r="r" b="b"/>
              <a:pathLst>
                <a:path w="466725" h="335280">
                  <a:moveTo>
                    <a:pt x="410463" y="0"/>
                  </a:moveTo>
                  <a:lnTo>
                    <a:pt x="55880" y="0"/>
                  </a:lnTo>
                  <a:lnTo>
                    <a:pt x="34129" y="4391"/>
                  </a:lnTo>
                  <a:lnTo>
                    <a:pt x="16367" y="16367"/>
                  </a:lnTo>
                  <a:lnTo>
                    <a:pt x="4391" y="34129"/>
                  </a:lnTo>
                  <a:lnTo>
                    <a:pt x="0" y="55879"/>
                  </a:lnTo>
                  <a:lnTo>
                    <a:pt x="0" y="279400"/>
                  </a:lnTo>
                  <a:lnTo>
                    <a:pt x="4391" y="301150"/>
                  </a:lnTo>
                  <a:lnTo>
                    <a:pt x="16367" y="318912"/>
                  </a:lnTo>
                  <a:lnTo>
                    <a:pt x="34129" y="330888"/>
                  </a:lnTo>
                  <a:lnTo>
                    <a:pt x="55880" y="335279"/>
                  </a:lnTo>
                  <a:lnTo>
                    <a:pt x="410463" y="335279"/>
                  </a:lnTo>
                  <a:lnTo>
                    <a:pt x="432214" y="330888"/>
                  </a:lnTo>
                  <a:lnTo>
                    <a:pt x="449976" y="318912"/>
                  </a:lnTo>
                  <a:lnTo>
                    <a:pt x="461952" y="301150"/>
                  </a:lnTo>
                  <a:lnTo>
                    <a:pt x="466343" y="279400"/>
                  </a:lnTo>
                  <a:lnTo>
                    <a:pt x="466343" y="55879"/>
                  </a:lnTo>
                  <a:lnTo>
                    <a:pt x="461952" y="34129"/>
                  </a:lnTo>
                  <a:lnTo>
                    <a:pt x="449976" y="16367"/>
                  </a:lnTo>
                  <a:lnTo>
                    <a:pt x="432214" y="4391"/>
                  </a:lnTo>
                  <a:lnTo>
                    <a:pt x="410463" y="0"/>
                  </a:lnTo>
                  <a:close/>
                </a:path>
              </a:pathLst>
            </a:custGeom>
            <a:solidFill>
              <a:srgbClr val="ACA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87439" y="2019300"/>
              <a:ext cx="466725" cy="335280"/>
            </a:xfrm>
            <a:custGeom>
              <a:avLst/>
              <a:gdLst/>
              <a:ahLst/>
              <a:cxnLst/>
              <a:rect l="l" t="t" r="r" b="b"/>
              <a:pathLst>
                <a:path w="466725" h="335280">
                  <a:moveTo>
                    <a:pt x="0" y="55879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80" y="0"/>
                  </a:lnTo>
                  <a:lnTo>
                    <a:pt x="410463" y="0"/>
                  </a:lnTo>
                  <a:lnTo>
                    <a:pt x="432214" y="4391"/>
                  </a:lnTo>
                  <a:lnTo>
                    <a:pt x="449976" y="16367"/>
                  </a:lnTo>
                  <a:lnTo>
                    <a:pt x="461952" y="34129"/>
                  </a:lnTo>
                  <a:lnTo>
                    <a:pt x="466343" y="55879"/>
                  </a:lnTo>
                  <a:lnTo>
                    <a:pt x="466343" y="279400"/>
                  </a:lnTo>
                  <a:lnTo>
                    <a:pt x="461952" y="301150"/>
                  </a:lnTo>
                  <a:lnTo>
                    <a:pt x="449976" y="318912"/>
                  </a:lnTo>
                  <a:lnTo>
                    <a:pt x="432214" y="330888"/>
                  </a:lnTo>
                  <a:lnTo>
                    <a:pt x="410463" y="335279"/>
                  </a:lnTo>
                  <a:lnTo>
                    <a:pt x="55880" y="335279"/>
                  </a:lnTo>
                  <a:lnTo>
                    <a:pt x="34129" y="330888"/>
                  </a:lnTo>
                  <a:lnTo>
                    <a:pt x="16367" y="318912"/>
                  </a:lnTo>
                  <a:lnTo>
                    <a:pt x="4391" y="301150"/>
                  </a:lnTo>
                  <a:lnTo>
                    <a:pt x="0" y="279400"/>
                  </a:lnTo>
                  <a:lnTo>
                    <a:pt x="0" y="5587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 bwMode="auto">
          <a:xfrm>
            <a:off x="856696" y="1974680"/>
            <a:ext cx="11304110" cy="63480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3878" b="1" cap="all" dirty="0">
                <a:solidFill>
                  <a:srgbClr val="013565"/>
                </a:solidFill>
                <a:latin typeface="+mj-lt"/>
                <a:ea typeface="+mj-ea"/>
                <a:cs typeface="+mj-cs"/>
              </a:rPr>
              <a:t>Prince Mohammad Bin Fahd University </a:t>
            </a:r>
          </a:p>
        </p:txBody>
      </p:sp>
      <p:sp>
        <p:nvSpPr>
          <p:cNvPr id="12" name="Footer Placeholder 4"/>
          <p:cNvSpPr txBox="1">
            <a:spLocks/>
          </p:cNvSpPr>
          <p:nvPr/>
        </p:nvSpPr>
        <p:spPr>
          <a:xfrm>
            <a:off x="2005285" y="6568441"/>
            <a:ext cx="3321447" cy="193039"/>
          </a:xfrm>
          <a:prstGeom prst="rect">
            <a:avLst/>
          </a:prstGeom>
        </p:spPr>
        <p:txBody>
          <a:bodyPr lIns="89380" tIns="44690" rIns="89380" bIns="4469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44357"/>
            <a:r>
              <a:rPr lang="en-US" sz="1016" b="1" dirty="0">
                <a:solidFill>
                  <a:srgbClr val="002060"/>
                </a:solidFill>
                <a:latin typeface="Century Gothic"/>
              </a:rPr>
              <a:t>CREATIVE MINDS… TRANSFORM THE WORLD</a:t>
            </a:r>
          </a:p>
          <a:p>
            <a:pPr defTabSz="844357"/>
            <a:endParaRPr lang="en-US" sz="1016" b="1" dirty="0">
              <a:solidFill>
                <a:srgbClr val="002060"/>
              </a:solidFill>
              <a:latin typeface="Century Gothic"/>
            </a:endParaRPr>
          </a:p>
        </p:txBody>
      </p:sp>
      <p:sp>
        <p:nvSpPr>
          <p:cNvPr id="14" name="Slide Number Placeholder 5"/>
          <p:cNvSpPr txBox="1">
            <a:spLocks/>
          </p:cNvSpPr>
          <p:nvPr/>
        </p:nvSpPr>
        <p:spPr>
          <a:xfrm>
            <a:off x="10042205" y="6502751"/>
            <a:ext cx="1060038" cy="193039"/>
          </a:xfrm>
          <a:prstGeom prst="rect">
            <a:avLst/>
          </a:prstGeom>
        </p:spPr>
        <p:txBody>
          <a:bodyPr lIns="89380" tIns="44690" rIns="89380" bIns="4469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844357"/>
            <a:fld id="{F36C87F6-986D-49E6-AF40-1B3A1EE8064D}" type="slidenum">
              <a:rPr lang="en-US" sz="1016">
                <a:solidFill>
                  <a:srgbClr val="002060"/>
                </a:solidFill>
                <a:latin typeface="Century Gothic"/>
              </a:rPr>
              <a:pPr algn="r" defTabSz="844357"/>
              <a:t>11</a:t>
            </a:fld>
            <a:endParaRPr lang="en-US" sz="1016" dirty="0">
              <a:solidFill>
                <a:srgbClr val="002060"/>
              </a:solidFill>
              <a:latin typeface="Century Gothic"/>
            </a:endParaRPr>
          </a:p>
        </p:txBody>
      </p:sp>
      <p:pic>
        <p:nvPicPr>
          <p:cNvPr id="9" name="Picture 8" descr="http://www.imagebase.net/var/albums/Concept/World%20Map%20Dark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52" y="3024300"/>
            <a:ext cx="6149997" cy="320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lfZd5oBRC568OB6ERvkl"/>
  <p:tag name="DVSHEQ" val="5579301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393</Words>
  <Application>Microsoft Office PowerPoint</Application>
  <PresentationFormat>Custom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Century Gothic</vt:lpstr>
      <vt:lpstr>Office Theme</vt:lpstr>
      <vt:lpstr>Continental World 16x9</vt:lpstr>
      <vt:lpstr>Prince Mohammad Bin Fahd University SkyPath Program</vt:lpstr>
      <vt:lpstr>01 Program Overview</vt:lpstr>
      <vt:lpstr>Program Overview</vt:lpstr>
      <vt:lpstr>SkyPath  Program Overview</vt:lpstr>
      <vt:lpstr>SkyPath Program Objectives</vt:lpstr>
      <vt:lpstr>SkyPath Program Benefits</vt:lpstr>
      <vt:lpstr>SkyPath Program Features</vt:lpstr>
      <vt:lpstr>SkyPath School visit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Visme Presentation</dc:title>
  <dc:creator>Mahirah Parker</dc:creator>
  <cp:lastModifiedBy>Sara Abdulrahman Al Omar</cp:lastModifiedBy>
  <cp:revision>4</cp:revision>
  <dcterms:created xsi:type="dcterms:W3CDTF">2024-06-04T07:17:26Z</dcterms:created>
  <dcterms:modified xsi:type="dcterms:W3CDTF">2026-07-07T10:55:27Z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2024-06-04T00:00:00Z</vt:filetime>
  </property>
  <property fmtid="{D5CDD505-2E9C-101B-9397-08002B2CF9AE}" pid="5" name="Producer">
    <vt:lpwstr>Microsoft® PowerPoint® 2016</vt:lpwstr>
  </property>
</Properties>
</file>